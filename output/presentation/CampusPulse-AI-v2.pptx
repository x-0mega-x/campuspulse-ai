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e872c57ed4133" /><Relationship Type="http://schemas.openxmlformats.org/officeDocument/2006/relationships/extended-properties" Target="/docProps/app.xml" Id="R4f162f1d52734882" /><Relationship Type="http://schemas.openxmlformats.org/officeDocument/2006/relationships/officeDocument" Target="/ppt/presentation.xml" Id="Rf87cd79beb6b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a4789348b4681"/>
  </p:sldMasterIdLst>
  <p:notesMasterIdLst>
    <p:notesMasterId xmlns:r="http://schemas.openxmlformats.org/officeDocument/2006/relationships" r:id="R5e555c01b4ee4cae"/>
  </p:notesMasterIdLst>
  <p:sldIdLst>
    <p:sldId xmlns:r="http://schemas.openxmlformats.org/officeDocument/2006/relationships" id="256" r:id="R23cc7a0299134994"/>
    <p:sldId xmlns:r="http://schemas.openxmlformats.org/officeDocument/2006/relationships" id="257" r:id="Rff9b83c70fe645c3"/>
    <p:sldId xmlns:r="http://schemas.openxmlformats.org/officeDocument/2006/relationships" id="258" r:id="R3162845103294313"/>
    <p:sldId xmlns:r="http://schemas.openxmlformats.org/officeDocument/2006/relationships" id="259" r:id="R6d2e3eed595147d7"/>
    <p:sldId xmlns:r="http://schemas.openxmlformats.org/officeDocument/2006/relationships" id="260" r:id="Rb6723f74f901430c"/>
    <p:sldId xmlns:r="http://schemas.openxmlformats.org/officeDocument/2006/relationships" id="261" r:id="R89a0e82d26eb47e1"/>
    <p:sldId xmlns:r="http://schemas.openxmlformats.org/officeDocument/2006/relationships" id="262" r:id="Rc788f5248c7a4211"/>
    <p:sldId xmlns:r="http://schemas.openxmlformats.org/officeDocument/2006/relationships" id="263" r:id="Rd6fb65d3151246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b3bfb81fb24abb" /><Relationship Type="http://schemas.openxmlformats.org/officeDocument/2006/relationships/slideMaster" Target="/ppt/slideMasters/slideMaster1.xml" Id="Rf85a4789348b4681" /><Relationship Type="http://schemas.openxmlformats.org/officeDocument/2006/relationships/notesMaster" Target="/ppt/notesMasters/notesMaster1.xml" Id="R5e555c01b4ee4cae" /><Relationship Type="http://schemas.openxmlformats.org/officeDocument/2006/relationships/presProps" Target="/ppt/presProps.xml" Id="R6a1b64b24ba148ff" /><Relationship Type="http://schemas.openxmlformats.org/officeDocument/2006/relationships/tableStyles" Target="/ppt/tableStyles.xml" Id="R9303bbc41c4d4a1a" /><Relationship Type="http://schemas.openxmlformats.org/officeDocument/2006/relationships/slide" Target="/ppt/slides/slide1.xml" Id="R23cc7a0299134994" /><Relationship Type="http://schemas.openxmlformats.org/officeDocument/2006/relationships/slide" Target="/ppt/slides/slide2.xml" Id="Rff9b83c70fe645c3" /><Relationship Type="http://schemas.openxmlformats.org/officeDocument/2006/relationships/slide" Target="/ppt/slides/slide3.xml" Id="R3162845103294313" /><Relationship Type="http://schemas.openxmlformats.org/officeDocument/2006/relationships/slide" Target="/ppt/slides/slide4.xml" Id="R6d2e3eed595147d7" /><Relationship Type="http://schemas.openxmlformats.org/officeDocument/2006/relationships/slide" Target="/ppt/slides/slide5.xml" Id="Rb6723f74f901430c" /><Relationship Type="http://schemas.openxmlformats.org/officeDocument/2006/relationships/slide" Target="/ppt/slides/slide6.xml" Id="R89a0e82d26eb47e1" /><Relationship Type="http://schemas.openxmlformats.org/officeDocument/2006/relationships/slide" Target="/ppt/slides/slide7.xml" Id="Rc788f5248c7a4211" /><Relationship Type="http://schemas.openxmlformats.org/officeDocument/2006/relationships/slide" Target="/ppt/slides/slide8.xml" Id="Rd6fb65d3151246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d43ace8e7b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d3f86d75084711" /><Relationship Type="http://schemas.openxmlformats.org/officeDocument/2006/relationships/notesMaster" Target="/ppt/notesMasters/notesMaster1.xml" Id="R291352226d0c44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645f1d948492e" /><Relationship Type="http://schemas.openxmlformats.org/officeDocument/2006/relationships/notesMaster" Target="/ppt/notesMasters/notesMaster1.xml" Id="Reb653880a47848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a9054c5a7a4128" /><Relationship Type="http://schemas.openxmlformats.org/officeDocument/2006/relationships/notesMaster" Target="/ppt/notesMasters/notesMaster1.xml" Id="R9658827578b1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16c51d26cd465f" /><Relationship Type="http://schemas.openxmlformats.org/officeDocument/2006/relationships/notesMaster" Target="/ppt/notesMasters/notesMaster1.xml" Id="R7727873ca55e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bbe8fa39b4493" /><Relationship Type="http://schemas.openxmlformats.org/officeDocument/2006/relationships/notesMaster" Target="/ppt/notesMasters/notesMaster1.xml" Id="R91ab0933f1ce40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e0fc4dec5845ed" /><Relationship Type="http://schemas.openxmlformats.org/officeDocument/2006/relationships/notesMaster" Target="/ppt/notesMasters/notesMaster1.xml" Id="R49a95f84f82840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1c000dbf31472e" /><Relationship Type="http://schemas.openxmlformats.org/officeDocument/2006/relationships/notesMaster" Target="/ppt/notesMasters/notesMaster1.xml" Id="R5adb3758819843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54be4d0a5f4dbe" /><Relationship Type="http://schemas.openxmlformats.org/officeDocument/2006/relationships/notesMaster" Target="/ppt/notesMasters/notesMaster1.xml" Id="R4dbc8f245cce47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CampusPulse AI: учебный помощник на Gemini и MCP. На обложке реальный экран локального приложения. Основание задания: FINAL Задачи_хакатона.docx.pdf, кейс № 2. Важный статус: локальный Gemini API работает, Agent Engine ещё не развёрнут из-за отсутствия активного биллинга.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постановка проблемы и гипотеза полезности, а не результаты пользовательского исследования. Продукт объединяет внешние источники, материалы и расчёт времени. Измеренное влияние на успеваемость пока не исследовано.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Реальный скриншот обновлённого локального приложения. Планировщик учитывает сроки, доступное время и часовой пояс. Демонстрационные задачи обозначены как примеры. Это иллюстрация конкретного запуска, не метрика эффективности. Источник: docs/images/plan.png.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Фактическая архитектура campuspulse/agent.py и campuspulse/mcp_server.py. MCP schemas получаются через tools/list, вызовы через tools/call. Ответы function_response возвращаются модели. Скрытый reasoning не публикуется, UI показывает наблюдаемые вызовы. Запрос учитывает до 10 предыдущих сообщений. Модель локального демо: gemini-3.5-flash-lite. Официальный MCP Python SDK: https://github.com/modelcontextprotocol/python-sdk. Google Gen AI SDK: https://googleapis.github.io/python-genai/.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Реальные инструменты MCP: get_current_time, calculate_deadline, get_github_issues, read_github_readme, search_study_materials, plan_study_week. Внутренний load_materials не предоставляется модели. Поиск лексический, не semantic RAG. Сроки не выводятся из updated_at. Исходники: campuspulse/tools.py, campuspulse/mcp_server.py.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Локальный запрос через Gemini Developer API и модель gemini-3.5-flash-lite подтверждён 19.10.2026. Свежий smoke-вызов получил реальные MCP get_current_time, read_github_readme для python/cpython, search_study_materials и plan_study_week. Все четыре вызова успешны. Бесплатный API выбран по умолчанию. Vertex AI и Agent Engine доступны через отдельный переключатель облачных режимов. Agent Engine не создан: активного биллинга нет. Deploy dry-run успешен, но не доказывает работоспособность удалённого runtime. Источники: scripts/deploy.py, scripts/smoke_cloud.py, docs/live-run.json. Pricing: https://ai.google.dev/gemini-api/docs/pricing.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38 тестов pytest прошли в последнем полном прогоне. Проверяются даты и часовые пояса, включая DST, вместимость и просрочка, PDF, ICS, GitHub, MCP subprocess и изоляция, Streamlit UI, память диалога и протокол model-tool-model. Отдельно подтверждён live Gemini 3.5 Flash-Lite с четырьмя успешными MCP-вызовами: get_current_time, read_github_readme, search_study_materials, plan_study_week. Журнал: docs/live-run.json. Ответ модели остаётся проверяемым по инструментам, без обещания полной безошибочности. Бесплатная квота ограничена. Данные живут в сессии, OCR и импорт пар не реализованы.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подготовленном компьютере START-CampusPulse.cmd запускает UI. README содержит установку, переменные среды, MCP, deployment и ограничения. docs/DEMO.md содержит сценарий выступления. Архив не включает .env, ADC, SDK, .venv. Для завершения облачного требования необходим проект с активным биллингом и права на deployment, затем scripts/deploy.py и scripts/smoke_cloud.py. Нельзя заявлять о готовом GCP deployment до успешной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4e6a35401144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e564796b647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087107f1e548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a17f2332848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28001849d45b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bc664441d43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8A6A5F-2B13-4246-B930-0A5D6B0A9D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46DBDC-6287-4BD7-9F9C-5595A0073D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0AEC87F-83D5-4115-B134-C60BE8CEC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8C48E-6591-4F08-8BB0-976D5E4EF1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472AB64-E5DE-409B-83BF-BA2E1EA880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F3C342-FBB3-423B-9458-94BFB1927D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9B5DFD-91EF-4252-AF36-0BEC85511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788154-4CEC-4AF3-BD1E-0D41A138A55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2D9373-261A-4D2C-9305-83E71B7B80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246E4B-399F-4DC5-AB96-2612EC60F1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f4323628684609" /><Relationship Type="http://schemas.openxmlformats.org/officeDocument/2006/relationships/slideLayout" Target="/ppt/slideLayouts/slideLayout1.xml" Id="Rca26c36bd41e4c66" /><Relationship Type="http://schemas.openxmlformats.org/officeDocument/2006/relationships/slideLayout" Target="/ppt/slideLayouts/slideLayout2.xml" Id="R9e0cce7e943a4be3" /><Relationship Type="http://schemas.openxmlformats.org/officeDocument/2006/relationships/slideLayout" Target="/ppt/slideLayouts/slideLayout3.xml" Id="R4c9f8d9029c44aa3" /><Relationship Type="http://schemas.openxmlformats.org/officeDocument/2006/relationships/slideLayout" Target="/ppt/slideLayouts/slideLayout4.xml" Id="R81a7ef2ef050426d" /><Relationship Type="http://schemas.openxmlformats.org/officeDocument/2006/relationships/slideLayout" Target="/ppt/slideLayouts/slideLayout5.xml" Id="Rf38ae3a28e2e4df5" /><Relationship Type="http://schemas.openxmlformats.org/officeDocument/2006/relationships/slideLayout" Target="/ppt/slideLayouts/slideLayout6.xml" Id="Rbd666e8cf657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26c36bd41e4c66"/>
    <p:sldLayoutId xmlns:r="http://schemas.openxmlformats.org/officeDocument/2006/relationships" id="2147483650" r:id="R9e0cce7e943a4be3"/>
    <p:sldLayoutId xmlns:r="http://schemas.openxmlformats.org/officeDocument/2006/relationships" id="2147483651" r:id="R4c9f8d9029c44aa3"/>
    <p:sldLayoutId xmlns:r="http://schemas.openxmlformats.org/officeDocument/2006/relationships" id="2147483652" r:id="R81a7ef2ef050426d"/>
    <p:sldLayoutId xmlns:r="http://schemas.openxmlformats.org/officeDocument/2006/relationships" id="2147483653" r:id="Rf38ae3a28e2e4df5"/>
    <p:sldLayoutId xmlns:r="http://schemas.openxmlformats.org/officeDocument/2006/relationships" id="2147483654" r:id="Rbd666e8cf657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8143bf488b48d2" /><Relationship Type="http://schemas.openxmlformats.org/officeDocument/2006/relationships/image" Target="/ppt/media/image.jpeg" Id="R8a4f5faeb9a04dc7" /><Relationship Type="http://schemas.openxmlformats.org/officeDocument/2006/relationships/notesSlide" Target="/ppt/notesSlides/notesSlide1.xml" Id="R81900e795c25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8867866cd4617" /><Relationship Type="http://schemas.openxmlformats.org/officeDocument/2006/relationships/notesSlide" Target="/ppt/notesSlides/notesSlide2.xml" Id="R79c248f127d240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afbb8b01d04aab" /><Relationship Type="http://schemas.openxmlformats.org/officeDocument/2006/relationships/image" Target="/ppt/media/image2.jpeg" Id="R44773e1c783e48b0" /><Relationship Type="http://schemas.openxmlformats.org/officeDocument/2006/relationships/notesSlide" Target="/ppt/notesSlides/notesSlide3.xml" Id="R5eca58ab417a4b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0dc5a42ed43b8" /><Relationship Type="http://schemas.openxmlformats.org/officeDocument/2006/relationships/notesSlide" Target="/ppt/notesSlides/notesSlide4.xml" Id="Rb3467d65441342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42a12d61b84623" /><Relationship Type="http://schemas.openxmlformats.org/officeDocument/2006/relationships/notesSlide" Target="/ppt/notesSlides/notesSlide5.xml" Id="Rd9f8fd9405f5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bab3609eed474d" /><Relationship Type="http://schemas.openxmlformats.org/officeDocument/2006/relationships/notesSlide" Target="/ppt/notesSlides/notesSlide6.xml" Id="R376f0567870b41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57010dcc64767" /><Relationship Type="http://schemas.openxmlformats.org/officeDocument/2006/relationships/notesSlide" Target="/ppt/notesSlides/notesSlide7.xml" Id="R26c6ee4f015443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e1780ec8124430" /><Relationship Type="http://schemas.openxmlformats.org/officeDocument/2006/relationships/notesSlide" Target="/ppt/notesSlides/notesSlide8.xml" Id="Red8ff4e5c50643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BD4CF-B3E5-4FBF-80B9-3C72D81D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КЕЙС № 2 / GDG ASTANA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E558D-99D2-49C4-B5DE-058CBA24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9C384-5969-429E-9B34-E30FF90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873AE-0E2A-42A3-8992-0D266F55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5715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CampusPulse</a:t>
            </a:r>
          </a:p>
          <a:p xmlns:a="http://schemas.openxmlformats.org/drawingml/2006/main">
            <a:pPr>
              <a:defRPr sz="60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1F083-33F9-4273-B0A8-0AEF50B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От заданий</a:t>
            </a:r>
          </a:p>
          <a:p xmlns:a="http://schemas.openxmlformats.org/drawingml/2006/main">
            <a:pPr>
              <a:defRPr sz="292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к учебному плану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9A937-1E14-4BA3-AD1D-4E7E74EC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67300"/>
            <a:ext cx="504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Gemini выбирает действия.</a:t>
            </a:r>
          </a:p>
          <a:p xmlns:a="http://schemas.openxmlformats.org/drawingml/2006/main">
            <a:pPr>
              <a:defRPr sz="180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MCP получает данные и считает время.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948FC-F702-48E0-BC67-22ACDB8840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f5faeb9a04dc7"/>
          <a:stretch xmlns:a="http://schemas.openxmlformats.org/drawingml/2006/main"/>
        </p:blipFill>
        <p:spPr>
          <a:xfrm xmlns:a="http://schemas.openxmlformats.org/drawingml/2006/main">
            <a:off x="7152498" y="1724025"/>
            <a:ext cx="3211479" cy="3095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08C78-CB8F-4C85-AC65-C74FB18D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244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Работающий локальный прототип</a:t>
            </a:r>
          </a:p>
        </p:txBody>
      </p:sp>
    </p:spTree>
    <p:extLst>
      <p:ext uri="{BB962C8B-B14F-4D97-AF65-F5344CB8AC3E}">
        <p14:creationId xmlns:p14="http://schemas.microsoft.com/office/powerpoint/2010/main" val="292331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9B311-BECE-47A7-A5AA-DB069DCA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ПОЛЬЗОВАТЕЛЬСКАЯ ЗАДАЧА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9983B-8200-45FB-8DB2-69137742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Студенту нужен выполнимый план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38DC2-B303-4101-BC5A-2F13A01F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49E0F-54D5-4CB2-83B8-C25918BF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5D53B-64DE-4225-8A3F-D66B5C8B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Задания в разных местах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5D349-6EB5-46AE-9474-EEBAD09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GitHub Issues и собственные задачи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4813C-B3A4-4AE9-B2D7-339DD6EE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Собрать работу в одном контексте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53716-1371-4DCA-98D4-CC1C0AD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Сроки и оценки неполные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8968A-2E98-4651-AEC2-9DD50109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Явные даты и пометки неизвестного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B694C4-B1C3-4ADF-BDAF-039F1408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718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Показать допущения и просрочку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E387BA-9A4E-404E-9FB5-E8138C6C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Времени меньше, чем задач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3746A-E1C6-47FD-A397-FC05111F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Дневной бюджет и учебные окна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A4A722-AC9C-477F-9784-0472D760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91075"/>
            <a:ext cx="5257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Распределить работу до дедлайна</a:t>
            </a:r>
          </a:p>
        </p:txBody>
      </p:sp>
    </p:spTree>
    <p:extLst>
      <p:ext uri="{BB962C8B-B14F-4D97-AF65-F5344CB8AC3E}">
        <p14:creationId xmlns:p14="http://schemas.microsoft.com/office/powerpoint/2010/main" val="1609108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CE11A-1E67-4FC2-A5CA-7AAD280D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РАБОТАЮЩИЙ ИНТЕРФЕЙС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A57D76-C7F2-424B-8054-C220ABA0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Учебный план учитывает дневной бюджет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A36F5-1936-49E7-8E95-39EAC9A2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8F9A1D-78CB-4000-933F-95CAEB6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CDE56-DC79-44BF-B154-AA3CE6195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73e1c783e48b0"/>
          <a:stretch xmlns:a="http://schemas.openxmlformats.org/drawingml/2006/main"/>
        </p:blipFill>
        <p:spPr>
          <a:xfrm xmlns:a="http://schemas.openxmlformats.org/drawingml/2006/main">
            <a:off x="3679979" y="1695450"/>
            <a:ext cx="4832041" cy="4657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24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CE1037-2E5E-49C2-AF79-D4E8CEE4D415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953625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370F8-CF4E-4AAE-A942-7DE83F85D58E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905500" y="3771900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C7F33-B5F0-48F8-B2B1-8860F26FA6A8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35330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E8C229-9650-4DF8-B01A-8B7A2BDCDBF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09950" y="295275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E1CE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9A798C-B679-4321-B371-6C1E993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B084A-4FD5-40C3-8841-30FA2258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выбирает, MCP выполняет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9CA9-EAD3-4914-B78B-376F963A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A9975-9F9E-4A0C-ACCA-2CF1E31B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9AF8DA-5095-478A-8F8F-DA47320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724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54587-FFFF-4E33-A5C8-1CCA833E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B187C-BC4C-4F6B-9BC5-FCD4D493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305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Задачи, материалы,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запрос студента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31C70-D447-4EA1-9F79-F261DEBA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33600"/>
            <a:ext cx="289560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0B702-6803-494D-A69B-DCA8576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Агент Gemini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C8D4F-D19B-4271-9FDE-83CB0C4B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Function calling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До 8 итераций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9208CA-2723-4F83-933A-8F63385A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105150" cy="163830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AB449-8201-4880-885F-7EEC0629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431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FastMCP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29482-610C-499A-87DC-ED1539C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6860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Шесть инструментов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Транспорт stdio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B1C1B1-C406-41EE-BF50-E6AD102A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48175"/>
            <a:ext cx="2895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E293D-B7B7-4584-B5D9-F3353C46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5772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98C57-00D0-43FF-9E76-F815CE0D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81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Ответ, источники,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журнал и план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B538D0-EC3A-4E6F-ABC0-CE22DB1A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48175"/>
            <a:ext cx="31051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52333"/>
          </a:solidFill>
          <a:ln xmlns:a="http://schemas.openxmlformats.org/drawingml/2006/main" w="9525">
            <a:solidFill>
              <a:srgbClr val="2A3B4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C9B64-BE05-41FA-9FAA-E49B1DD6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657725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D1E1B3-C264-436F-AFBE-1986919E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81600"/>
            <a:ext cx="2686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GitHub, документы,</a:t>
            </a:r>
          </a:p>
          <a:p xmlns:a="http://schemas.openxmlformats.org/drawingml/2006/main">
            <a:pPr>
              <a:defRPr sz="172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время и расчёты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6DC5E-C2F7-4D9A-A2C5-8F919E65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2724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Экспорт в календарь</a:t>
            </a:r>
          </a:p>
          <a:p xmlns:a="http://schemas.openxmlformats.org/drawingml/2006/main">
            <a:pPr>
              <a:defRPr sz="202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через файл ICS</a:t>
            </a:r>
          </a:p>
        </p:txBody>
      </p:sp>
    </p:spTree>
    <p:extLst>
      <p:ext uri="{BB962C8B-B14F-4D97-AF65-F5344CB8AC3E}">
        <p14:creationId xmlns:p14="http://schemas.microsoft.com/office/powerpoint/2010/main" val="15679277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6E5294-33A2-42B1-9626-A77F403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КОНТРАКТЫ ИНСТРУМЕНТОВ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2E7BC-F4B0-4B3B-972E-3470DC2B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Каждый вызов возвращает проверяемые данные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C52D7-C31D-40D0-81D0-AC589B8D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31D5C-22AE-40B1-BB42-CB5C9BD7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1EF059-AD12-4F14-9B29-04668363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Время и дедлайны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866AB-6A9C-40C1-9DDB-5E724F80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71700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Часовой пояс, минуты до срока, просрочка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84C0E-5ADB-4967-9426-57217118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GitHub Issues и README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C42579-DF51-4215-8AC7-C617C00D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3372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Актуальные данные, ссылки и время запроса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4FB51-48AC-4EAF-ACAA-371AAA58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Поиск по конспектам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08A4A-EF78-4D0A-86BD-B7BDD921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95750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Фрагмент текста с названием файла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333EF0-E0E4-4577-A564-55897C971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Учебное расписание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64B40-9FD1-41AD-BF36-D187B8A1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057775"/>
            <a:ext cx="604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Блоки времени, остаток работы, допущения</a:t>
            </a:r>
          </a:p>
        </p:txBody>
      </p:sp>
    </p:spTree>
    <p:extLst>
      <p:ext uri="{BB962C8B-B14F-4D97-AF65-F5344CB8AC3E}">
        <p14:creationId xmlns:p14="http://schemas.microsoft.com/office/powerpoint/2010/main" val="2076494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3C710-F4F8-43BE-83E7-52A670F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СРЕДА ВЫПОЛНЕНИЯ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66D1E-312E-4284-80C2-D63DDDEF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Локальное демо работает через бесплатный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9DD84-896B-43DA-80A9-F8A3AABD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25B9B-36CE-44BE-8549-3AD6DB8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1CBF1-D8A2-441E-8EFE-6B92D575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5095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Проверено локально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07B91-C431-435A-9573-142E77A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Gemini 3.5 Flash-Lite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Бесплатный API + MCP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Streamlit на localhost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План и экспорт ICS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Журнал инструментов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9C4D6-C2C0-4BB2-8040-EBDCA470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76475"/>
            <a:ext cx="49815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Подготовлено для GCP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FBF14-9C6D-491A-ABCE-AE2F9792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71800"/>
            <a:ext cx="49815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ReasoningEngine.create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Пакет агента и зависимости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Клиент удалённого API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Smoke-тест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86C1D-33D3-4819-9254-78AC47B2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0C67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C674"/>
                </a:solidFill>
                <a:latin typeface="Arial"/>
                <a:ea typeface="Arial"/>
                <a:cs typeface="Arial"/>
              </a:rPr>
              <a:t>Agent Engine ещё не развёрнут: нужен проект с активным биллингом.</a:t>
            </a:r>
          </a:p>
        </p:txBody>
      </p:sp>
    </p:spTree>
    <p:extLst>
      <p:ext uri="{BB962C8B-B14F-4D97-AF65-F5344CB8AC3E}">
        <p14:creationId xmlns:p14="http://schemas.microsoft.com/office/powerpoint/2010/main" val="245706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777F67-5A68-4BD8-B097-AF2C6063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ПРОВЕРКИ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81D62-EC42-46E7-9BA3-720F77B9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Результат можно проверить по журналу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91537-4D7A-401A-9804-9FF201BB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C191F-F030-4CCC-AFA3-A745FA0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BE9F59-C121-4E95-ACAC-8E08AE00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95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8BE89-D338-4B20-A896-A44BDCE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автоматических</a:t>
            </a:r>
          </a:p>
          <a:p xmlns:a="http://schemas.openxmlformats.org/drawingml/2006/main">
            <a:pPr>
              <a:defRPr sz="2250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тестов пройдено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9E020-8B72-4E75-8DCE-F8983705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669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Live Gemini и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BC331-8DA1-465E-9775-4658885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76550"/>
            <a:ext cx="666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Время, GitHub README, поиск в материалах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и планирование через настоящий MCP.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ABCE2F-AD7D-4C02-BC27-C7991BA8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114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Прозрачные ограничения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40154-4B3C-4C39-ACD9-F86511A9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43450"/>
            <a:ext cx="66675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Бесплатная квота API ограничена.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Даты и источники можно сверить с журналом.</a:t>
            </a:r>
          </a:p>
          <a:p xmlns:a="http://schemas.openxmlformats.org/drawingml/2006/main">
            <a:pPr>
              <a:defRPr sz="1950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Данные сохраняются только в сессии.</a:t>
            </a:r>
          </a:p>
        </p:txBody>
      </p:sp>
    </p:spTree>
    <p:extLst>
      <p:ext uri="{BB962C8B-B14F-4D97-AF65-F5344CB8AC3E}">
        <p14:creationId xmlns:p14="http://schemas.microsoft.com/office/powerpoint/2010/main" val="368377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C14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3AEBD-CF21-4C96-B1C6-9AD65896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ПЕРЕДАЧА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2FFE3-508C-461C-A483-CDB1F23B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Открыть, показать, завершить облачный запуск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0768B-F9D8-4946-9CA9-B2D2038E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CampusPulse AI  /  Build with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B5B2F-9E3D-4FF4-815C-5881857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484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ABF30-A2D7-4225-8491-A4FB32CC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5286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01  Запустить демо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82558-04F0-431D-8553-7AC606D4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5286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START-CampusPulse.cmd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localhost:8501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5794F-8FF8-4C96-A85B-27122DAC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86000"/>
            <a:ext cx="49815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75E1CE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75E1CE"/>
                </a:solidFill>
                <a:latin typeface="Arial"/>
                <a:ea typeface="Arial"/>
                <a:cs typeface="Arial"/>
              </a:rPr>
              <a:t>02  Передать исходники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C4C55-554B-4ACD-BB80-B7A8414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52750"/>
            <a:ext cx="49815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README и конфигурация MCP</a:t>
            </a:r>
          </a:p>
          <a:p xmlns:a="http://schemas.openxmlformats.org/drawingml/2006/main">
            <a:pPr>
              <a:defRPr sz="2175" b="0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6EDF5"/>
                </a:solidFill>
                <a:latin typeface="Arial"/>
                <a:ea typeface="Arial"/>
                <a:cs typeface="Arial"/>
              </a:rPr>
              <a:t>Скрипт deployment и тесты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7ABF-03FF-4C64-8DC8-855B59D3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E6EDF5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E6EDF5"/>
                </a:solidFill>
                <a:latin typeface="Arial"/>
                <a:ea typeface="Arial"/>
                <a:cs typeface="Arial"/>
              </a:rPr>
              <a:t>03  Завершить требование Agent Engine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E2D3A-AA63-4D8B-9339-F1DE1C83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EAFB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9EAFBF"/>
                </a:solidFill>
                <a:latin typeface="Arial"/>
                <a:ea typeface="Arial"/>
                <a:cs typeface="Arial"/>
              </a:rPr>
              <a:t>Проект с активным биллингом, развёртывание и удалённый smoke-тест.</a:t>
            </a:r>
          </a:p>
        </p:txBody>
      </p:sp>
    </p:spTree>
    <p:extLst>
      <p:ext uri="{BB962C8B-B14F-4D97-AF65-F5344CB8AC3E}">
        <p14:creationId xmlns:p14="http://schemas.microsoft.com/office/powerpoint/2010/main" val="219641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2026-10-19T17:15:00.8260000Z</dcterms:created>
  <dcterms:modified xsi:type="dcterms:W3CDTF">2026-10-19T17:15:00.8260000Z</dcterms:modified>
</coreProperties>
</file>