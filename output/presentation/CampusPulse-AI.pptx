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175731b1724b78" /><Relationship Type="http://schemas.openxmlformats.org/officeDocument/2006/relationships/extended-properties" Target="/docProps/app.xml" Id="R2583d2005cf14467" /><Relationship Type="http://schemas.openxmlformats.org/officeDocument/2006/relationships/officeDocument" Target="/ppt/presentation.xml" Id="R4638095e94474a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9fbf1807fe4e3b"/>
  </p:sldMasterIdLst>
  <p:notesMasterIdLst>
    <p:notesMasterId xmlns:r="http://schemas.openxmlformats.org/officeDocument/2006/relationships" r:id="R44625b29c28f4ab6"/>
  </p:notesMasterIdLst>
  <p:sldIdLst>
    <p:sldId xmlns:r="http://schemas.openxmlformats.org/officeDocument/2006/relationships" id="256" r:id="R9465f11213f14b72"/>
    <p:sldId xmlns:r="http://schemas.openxmlformats.org/officeDocument/2006/relationships" id="257" r:id="R24aa2e9f437043f5"/>
    <p:sldId xmlns:r="http://schemas.openxmlformats.org/officeDocument/2006/relationships" id="258" r:id="R342ef0a7d98d45eb"/>
    <p:sldId xmlns:r="http://schemas.openxmlformats.org/officeDocument/2006/relationships" id="259" r:id="R2cdf34aafb584797"/>
    <p:sldId xmlns:r="http://schemas.openxmlformats.org/officeDocument/2006/relationships" id="260" r:id="Rd288d1f85ebb4af4"/>
    <p:sldId xmlns:r="http://schemas.openxmlformats.org/officeDocument/2006/relationships" id="261" r:id="R9aee7cfe6e494123"/>
    <p:sldId xmlns:r="http://schemas.openxmlformats.org/officeDocument/2006/relationships" id="262" r:id="Re643ff54d72d4a6b"/>
    <p:sldId xmlns:r="http://schemas.openxmlformats.org/officeDocument/2006/relationships" id="263" r:id="R0639597a09984b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b0dd741f284bc0" /><Relationship Type="http://schemas.openxmlformats.org/officeDocument/2006/relationships/slideMaster" Target="/ppt/slideMasters/slideMaster1.xml" Id="R1f9fbf1807fe4e3b" /><Relationship Type="http://schemas.openxmlformats.org/officeDocument/2006/relationships/notesMaster" Target="/ppt/notesMasters/notesMaster1.xml" Id="R44625b29c28f4ab6" /><Relationship Type="http://schemas.openxmlformats.org/officeDocument/2006/relationships/presProps" Target="/ppt/presProps.xml" Id="Rb742b0cee1b94131" /><Relationship Type="http://schemas.openxmlformats.org/officeDocument/2006/relationships/tableStyles" Target="/ppt/tableStyles.xml" Id="R3f63ac5107284134" /><Relationship Type="http://schemas.openxmlformats.org/officeDocument/2006/relationships/slide" Target="/ppt/slides/slide1.xml" Id="R9465f11213f14b72" /><Relationship Type="http://schemas.openxmlformats.org/officeDocument/2006/relationships/slide" Target="/ppt/slides/slide2.xml" Id="R24aa2e9f437043f5" /><Relationship Type="http://schemas.openxmlformats.org/officeDocument/2006/relationships/slide" Target="/ppt/slides/slide3.xml" Id="R342ef0a7d98d45eb" /><Relationship Type="http://schemas.openxmlformats.org/officeDocument/2006/relationships/slide" Target="/ppt/slides/slide4.xml" Id="R2cdf34aafb584797" /><Relationship Type="http://schemas.openxmlformats.org/officeDocument/2006/relationships/slide" Target="/ppt/slides/slide5.xml" Id="Rd288d1f85ebb4af4" /><Relationship Type="http://schemas.openxmlformats.org/officeDocument/2006/relationships/slide" Target="/ppt/slides/slide6.xml" Id="R9aee7cfe6e494123" /><Relationship Type="http://schemas.openxmlformats.org/officeDocument/2006/relationships/slide" Target="/ppt/slides/slide7.xml" Id="Re643ff54d72d4a6b" /><Relationship Type="http://schemas.openxmlformats.org/officeDocument/2006/relationships/slide" Target="/ppt/slides/slide8.xml" Id="R0639597a09984b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573dabe42d42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8d2dd4ae2e4c15" /><Relationship Type="http://schemas.openxmlformats.org/officeDocument/2006/relationships/notesMaster" Target="/ppt/notesMasters/notesMaster1.xml" Id="Rc4c621fc41eb4f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312dd41c154168" /><Relationship Type="http://schemas.openxmlformats.org/officeDocument/2006/relationships/notesMaster" Target="/ppt/notesMasters/notesMaster1.xml" Id="Rf88b87c5c44d43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14a9c65e55452e" /><Relationship Type="http://schemas.openxmlformats.org/officeDocument/2006/relationships/notesMaster" Target="/ppt/notesMasters/notesMaster1.xml" Id="R91fa673093ff4c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162bed77844cc7" /><Relationship Type="http://schemas.openxmlformats.org/officeDocument/2006/relationships/notesMaster" Target="/ppt/notesMasters/notesMaster1.xml" Id="Rf1154a0c1d9442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246c575dce41e6" /><Relationship Type="http://schemas.openxmlformats.org/officeDocument/2006/relationships/notesMaster" Target="/ppt/notesMasters/notesMaster1.xml" Id="R1fa430fe12be43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cebbd6e7fc43e9" /><Relationship Type="http://schemas.openxmlformats.org/officeDocument/2006/relationships/notesMaster" Target="/ppt/notesMasters/notesMaster1.xml" Id="R02662d6b470b47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8117e7c8a0461a" /><Relationship Type="http://schemas.openxmlformats.org/officeDocument/2006/relationships/notesMaster" Target="/ppt/notesMasters/notesMaster1.xml" Id="R466148c3ca384d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a4f8f92d3345a4" /><Relationship Type="http://schemas.openxmlformats.org/officeDocument/2006/relationships/notesMaster" Target="/ppt/notesMasters/notesMaster1.xml" Id="R8e49e91615f140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CampusPulse AI: учебный помощник на Gemini и MCP. На обложке реальный экран локального приложения. Основание задания: FINAL Задачи_хакатона.docx.pdf, кейс № 2. Важный статус: локальный Gemini API работает, Agent Engine ещё не развёрнут из-за отсутствия активного биллинга.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постановка проблемы и гипотеза полезности, а не результаты пользовательского исследования. Продукт объединяет внешние источники, материалы и расчёт времени. Измеренное влияние на успеваемость пока не исследовано.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Реальный скриншот локального приложения. Две демонстрационные задачи по 90 минут, бюджет 120 минут в день, начало 18:00, timezone Asia/Almaty. Планировщик создал четыре блока и нулевой остаток. Это иллюстрация конкретного запуска, не метрика эффективности. Источник: docs/images/plan.png.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Фактическая архитектура campuspulse/agent.py и campuspulse/mcp_server.py. MCP schemas получаются через tools/list, вызовы через tools/call. Ответы function_response возвращаются модели. Скрытый reasoning не публикуется, UI показывает наблюдаемые вызовы. Официальный MCP Python SDK: https://github.com/modelcontextprotocol/python-sdk. Google Gen AI SDK: https://googleapis.github.io/python-genai/.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Реальные инструменты MCP: get_current_time, calculate_deadline, get_github_issues, read_github_readme, search_study_materials, plan_study_week. Внутренний load_materials не предоставляется модели. Поиск лексический, не semantic RAG. Сроки не выводятся из updated_at. Исходники: campuspulse/tools.py, campuspulse/mcp_server.py.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Локальный запрос через бесплатный Gemini Developer API подтверждён 19.10.2026. Ответ модели и реальные MCP get_current_time/plan_study_week проверены в UI. Google Cloud проект campuspulse-512111 создан, API включены, ADC настроен. Agent Engine не создан: активного биллинга нет. Deploy dry-run успешен, но не доказывает работоспособность удалённого runtime. Источники: scripts/deploy.py, scripts/smoke_cloud.py, docs/live-run.json. Pricing: https://ai.google.dev/gemini-api/docs/pricing.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 тестов pytest прошли. Включены проверки дат/timezone, вместимости, просрочки, ICS, GitHub фильтрации, реального MCP subprocess, изоляции материалов, Streamlit AppTest и контролируемого model-tool-model протокола. Live Gemini отдельно подтверждён. Последний GitHub запрос получил anonymous rate limit; агент сообщил об ошибке. Нет измерений улучшения успеваемости. Данные живут в сессии, OCR и импорт пар не реализованы.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подготовленном компьютере START-CampusPulse.cmd запускает UI. README содержит установку, переменные среды, MCP, deployment и ограничения. docs/DEMO.md содержит сценарий выступления. Архив не включает .env, ADC, SDK, .venv. Для завершения облачного требования необходим проект с активным биллингом и права на deployment, затем scripts/deploy.py и scripts/smoke_cloud.py. Нельзя заявлять о готовом GCP deployment до успешной проверки.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b254e8563d4a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c12932af2b4e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d58dfa60124fe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7a9db6829e4ff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6fce9c68ba42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294cf9fa9443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E7FBC3-4BAD-4579-9610-E73CB602B1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288682D-FAD8-4895-AD35-5DFF6772DB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8CF59B0-BC26-400C-B3CD-D728ED5BD9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F4AFE8-52FC-41AF-8598-4E275B1A15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0BC9A6A-544F-423C-B2BC-D42D1B7902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CA8C624-28EB-4150-BF12-9D7908094F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4FEBA2-B97A-476B-BAE5-E9C1DF6330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4C72833-0C4C-45EE-A030-AB1BC88DF0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77F78E-F621-44BD-AC60-2B918636AD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7D472F-2B88-4596-9612-0AA41F5356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841482389d44d3" /><Relationship Type="http://schemas.openxmlformats.org/officeDocument/2006/relationships/slideLayout" Target="/ppt/slideLayouts/slideLayout1.xml" Id="R5dbede74df734ef7" /><Relationship Type="http://schemas.openxmlformats.org/officeDocument/2006/relationships/slideLayout" Target="/ppt/slideLayouts/slideLayout2.xml" Id="Rcdb9bfab5ce14f3b" /><Relationship Type="http://schemas.openxmlformats.org/officeDocument/2006/relationships/slideLayout" Target="/ppt/slideLayouts/slideLayout3.xml" Id="R64b29b42cc814631" /><Relationship Type="http://schemas.openxmlformats.org/officeDocument/2006/relationships/slideLayout" Target="/ppt/slideLayouts/slideLayout4.xml" Id="R4f339643d3944f84" /><Relationship Type="http://schemas.openxmlformats.org/officeDocument/2006/relationships/slideLayout" Target="/ppt/slideLayouts/slideLayout5.xml" Id="R3e278a558a604625" /><Relationship Type="http://schemas.openxmlformats.org/officeDocument/2006/relationships/slideLayout" Target="/ppt/slideLayouts/slideLayout6.xml" Id="Rb58a6e8501bf49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bede74df734ef7"/>
    <p:sldLayoutId xmlns:r="http://schemas.openxmlformats.org/officeDocument/2006/relationships" id="2147483650" r:id="Rcdb9bfab5ce14f3b"/>
    <p:sldLayoutId xmlns:r="http://schemas.openxmlformats.org/officeDocument/2006/relationships" id="2147483651" r:id="R64b29b42cc814631"/>
    <p:sldLayoutId xmlns:r="http://schemas.openxmlformats.org/officeDocument/2006/relationships" id="2147483652" r:id="R4f339643d3944f84"/>
    <p:sldLayoutId xmlns:r="http://schemas.openxmlformats.org/officeDocument/2006/relationships" id="2147483653" r:id="R3e278a558a604625"/>
    <p:sldLayoutId xmlns:r="http://schemas.openxmlformats.org/officeDocument/2006/relationships" id="2147483654" r:id="Rb58a6e8501bf49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66442314864528" /><Relationship Type="http://schemas.openxmlformats.org/officeDocument/2006/relationships/image" Target="/ppt/media/image.jpeg" Id="R372a8e0c7ec6446a" /><Relationship Type="http://schemas.openxmlformats.org/officeDocument/2006/relationships/notesSlide" Target="/ppt/notesSlides/notesSlide1.xml" Id="Ra8405b5a3abc4b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f426113a054cff" /><Relationship Type="http://schemas.openxmlformats.org/officeDocument/2006/relationships/notesSlide" Target="/ppt/notesSlides/notesSlide2.xml" Id="R0d6354874d0942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55148df7394370" /><Relationship Type="http://schemas.openxmlformats.org/officeDocument/2006/relationships/image" Target="/ppt/media/image2.jpeg" Id="R77fde8abf69a4120" /><Relationship Type="http://schemas.openxmlformats.org/officeDocument/2006/relationships/notesSlide" Target="/ppt/notesSlides/notesSlide3.xml" Id="R7a93505f356149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39ef67946742a7" /><Relationship Type="http://schemas.openxmlformats.org/officeDocument/2006/relationships/notesSlide" Target="/ppt/notesSlides/notesSlide4.xml" Id="R2626b71d85db4d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f510b45eb64a1d" /><Relationship Type="http://schemas.openxmlformats.org/officeDocument/2006/relationships/notesSlide" Target="/ppt/notesSlides/notesSlide5.xml" Id="R4e9d4c61447d43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6e98b312fc4836" /><Relationship Type="http://schemas.openxmlformats.org/officeDocument/2006/relationships/notesSlide" Target="/ppt/notesSlides/notesSlide6.xml" Id="R007dc753681442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2dc02352c84ae8" /><Relationship Type="http://schemas.openxmlformats.org/officeDocument/2006/relationships/notesSlide" Target="/ppt/notesSlides/notesSlide7.xml" Id="R1d138fb39ef749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5744dbe72d4787" /><Relationship Type="http://schemas.openxmlformats.org/officeDocument/2006/relationships/notesSlide" Target="/ppt/notesSlides/notesSlide8.xml" Id="Rc2fbd4230fe342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9951E-DB1B-4ADB-B16F-C399A2F9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КЕЙС № 2 / GDG ASTANA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5B90E-F6A1-48F5-8415-DAB768DE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CampusPulse AI  /  Build with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79A2B3-8ADE-4ABB-94E1-B4CA37B2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49ADC-FD75-44DC-AA39-0417B4BE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0175"/>
            <a:ext cx="571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CampusPulse</a:t>
            </a:r>
          </a:p>
          <a:p xmlns:a="http://schemas.openxmlformats.org/drawingml/2006/main">
            <a:pPr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31E90-7C61-452B-89F7-7BCF83C4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75E1CE"/>
                </a:solidFill>
                <a:latin typeface="Arial"/>
                <a:ea typeface="Arial"/>
                <a:cs typeface="Arial"/>
              </a:rPr>
              <a:t>От заданий</a:t>
            </a:r>
          </a:p>
          <a:p xmlns:a="http://schemas.openxmlformats.org/drawingml/2006/main">
            <a:pPr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75E1CE"/>
                </a:solidFill>
                <a:latin typeface="Arial"/>
                <a:ea typeface="Arial"/>
                <a:cs typeface="Arial"/>
              </a:rPr>
              <a:t>к учебному плану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48A83-FDD5-4218-8332-5D82A843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504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Gemini выбирает действия.</a:t>
            </a:r>
          </a:p>
          <a:p xmlns:a="http://schemas.openxmlformats.org/drawingml/2006/main">
            <a:pPr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MCP получает данные и считает время.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17F8D9-73C8-4F56-8EAA-3EACBC7522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a8e0c7ec6446a"/>
          <a:stretch xmlns:a="http://schemas.openxmlformats.org/drawingml/2006/main"/>
        </p:blipFill>
        <p:spPr>
          <a:xfrm xmlns:a="http://schemas.openxmlformats.org/drawingml/2006/main">
            <a:off x="6010275" y="1726109"/>
            <a:ext cx="5495925" cy="309145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BA65D-9998-4FCA-8EEE-A7AC6DE9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12445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Работающий локальный прототип</a:t>
            </a:r>
          </a:p>
        </p:txBody>
      </p:sp>
    </p:spTree>
    <p:extLst>
      <p:ext uri="{BB962C8B-B14F-4D97-AF65-F5344CB8AC3E}">
        <p14:creationId xmlns:p14="http://schemas.microsoft.com/office/powerpoint/2010/main" val="10957984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9DE306-F667-4C70-9E6A-DDED290C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ПОЛЬЗОВАТЕЛЬСКАЯ ЗАДАЧА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B9FA7-5B66-45D4-BA73-ECC65888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Студенту нужен выполнимый план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106AE-05CC-4C58-8DB6-3835057C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CampusPulse AI  /  Build with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DCC16-B3AB-4B68-A916-FE63D1ED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2C964-E495-4412-A80E-DA0063F6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Задания в разных местах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EC1A3-165F-47AA-8495-1A03EF70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476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GitHub Issues и собственные задачи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2BF56-2485-42BA-A499-3160E44C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52675"/>
            <a:ext cx="525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5E1CE"/>
                </a:solidFill>
                <a:latin typeface="Arial"/>
                <a:ea typeface="Arial"/>
                <a:cs typeface="Arial"/>
              </a:rPr>
              <a:t>Собрать работу в одном контексте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88C5E-46D9-4140-8EED-4430D0E1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Сроки и оценки неполные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4F652-41A7-47B4-9F45-99EBFBE4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476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Явные даты и пометки неизвестного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59617-A307-45AE-84CA-52AAAEBE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71875"/>
            <a:ext cx="525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5E1CE"/>
                </a:solidFill>
                <a:latin typeface="Arial"/>
                <a:ea typeface="Arial"/>
                <a:cs typeface="Arial"/>
              </a:rPr>
              <a:t>Показать допущения и просрочку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6D4A2-AAC9-4E69-B808-5CF09D7E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Времени меньше, чем задач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A2A404-ABDC-48E8-A613-891A78E8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476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Дневной бюджет и учебные окна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A298C1-C1C2-45FE-8B5A-3AF49F6C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791075"/>
            <a:ext cx="525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5E1CE"/>
                </a:solidFill>
                <a:latin typeface="Arial"/>
                <a:ea typeface="Arial"/>
                <a:cs typeface="Arial"/>
              </a:rPr>
              <a:t>Распределить работу до дедлайна</a:t>
            </a:r>
          </a:p>
        </p:txBody>
      </p:sp>
    </p:spTree>
    <p:extLst>
      <p:ext uri="{BB962C8B-B14F-4D97-AF65-F5344CB8AC3E}">
        <p14:creationId xmlns:p14="http://schemas.microsoft.com/office/powerpoint/2010/main" val="13142213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FE225-AA76-4CBB-8A0D-9498BC09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РАБОТАЮЩИЙ ИНТЕРФЕЙС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79CB1-D947-4297-86F7-6339E730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180 минут распределены на два дня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0DE36-F6DB-45BF-BB74-E399B38B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CampusPulse AI  /  Build with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6E3DE-7451-4B99-BAAC-4684339D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44BDA-9FF7-4046-9689-A4F70E4EC1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de8abf69a4120"/>
          <a:stretch xmlns:a="http://schemas.openxmlformats.org/drawingml/2006/main"/>
        </p:blipFill>
        <p:spPr>
          <a:xfrm xmlns:a="http://schemas.openxmlformats.org/drawingml/2006/main">
            <a:off x="1955800" y="1695450"/>
            <a:ext cx="8280400" cy="4657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5180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C2FDAF-F2D7-42BE-993F-F191A36BA20F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9953625" y="3771900"/>
            <a:ext cx="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E1CE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B5DCAC-5274-4264-A9B8-98A4343B9400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5905500" y="3771900"/>
            <a:ext cx="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E1CE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DB5864-D876-4595-8FD4-6FDB6311345E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353300" y="29527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E1CE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F67DF-997D-4DE0-AFD3-B91A94F1750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09950" y="29527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E1CE"/>
            </a:solidFill>
            <a:prstDash val="soli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658B05-2581-4102-BCF9-EDB937B4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DB213-4321-41B2-8B4C-156F2557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Gemini выбирает, MCP выполняет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B5B28-7462-4311-93B0-EEE9A474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CampusPulse AI  /  Build with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F70E9-E351-4153-80A9-C990BD2F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B57F0-CF8C-419C-8899-E24D1522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7241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52333"/>
          </a:solidFill>
          <a:ln xmlns:a="http://schemas.openxmlformats.org/drawingml/2006/main" w="9525">
            <a:solidFill>
              <a:srgbClr val="2A3B4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DCEE2-E25B-46A2-90DA-EE2994D4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2305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Streamlit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913B8-2380-4D9F-A049-F972B55F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67025"/>
            <a:ext cx="230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Задачи, материалы,</a:t>
            </a:r>
          </a:p>
          <a:p xmlns:a="http://schemas.openxmlformats.org/drawingml/2006/main">
            <a: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запрос студента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7636FF-34FD-47A5-8AFE-B9620D56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33600"/>
            <a:ext cx="28956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52333"/>
          </a:solidFill>
          <a:ln xmlns:a="http://schemas.openxmlformats.org/drawingml/2006/main" w="9525">
            <a:solidFill>
              <a:srgbClr val="2A3B4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1736F-E288-45D2-A8D9-B32551E9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431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Агент Gemini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010789-4325-4A76-96EC-C3FBAD2D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67025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Function calling</a:t>
            </a:r>
          </a:p>
          <a:p xmlns:a="http://schemas.openxmlformats.org/drawingml/2006/main">
            <a: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До 8 итераций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22747-30A3-431B-923D-A96796C7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31051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52333"/>
          </a:solidFill>
          <a:ln xmlns:a="http://schemas.openxmlformats.org/drawingml/2006/main" w="9525">
            <a:solidFill>
              <a:srgbClr val="2A3B4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53456A-0DC4-48B8-B37F-C82A105E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431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FastMCP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E880A2-7D62-41CC-84A1-AC7308AD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67025"/>
            <a:ext cx="2686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Шесть инструментов</a:t>
            </a:r>
          </a:p>
          <a:p xmlns:a="http://schemas.openxmlformats.org/drawingml/2006/main">
            <a: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Транспорт stdio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808E4-DC7C-4EE6-8C2D-8B41F8B8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48175"/>
            <a:ext cx="2895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52333"/>
          </a:solidFill>
          <a:ln xmlns:a="http://schemas.openxmlformats.org/drawingml/2006/main" w="9525">
            <a:solidFill>
              <a:srgbClr val="2A3B4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1C309B-4546-4B71-904E-0B35F3FD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5772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C8705E-0C8A-470C-A0D0-C5469837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81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Ответ, источники,</a:t>
            </a:r>
          </a:p>
          <a:p xmlns:a="http://schemas.openxmlformats.org/drawingml/2006/main">
            <a: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журнал и план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D36919-972C-4841-A072-3ABF30B8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48175"/>
            <a:ext cx="31051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52333"/>
          </a:solidFill>
          <a:ln xmlns:a="http://schemas.openxmlformats.org/drawingml/2006/main" w="9525">
            <a:solidFill>
              <a:srgbClr val="2A3B4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23287C-FF3A-4066-9BAE-9122BF6F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57725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Источники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DAA5B9-BC21-479B-8245-BAF4C23A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81600"/>
            <a:ext cx="268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GitHub, документы,</a:t>
            </a:r>
          </a:p>
          <a:p xmlns:a="http://schemas.openxmlformats.org/drawingml/2006/main">
            <a: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время и расчёты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87C9E1-C1DC-474F-B05A-E6037F7C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2724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Экспорт в календарь</a:t>
            </a:r>
          </a:p>
          <a:p xmlns:a="http://schemas.openxmlformats.org/drawingml/2006/main">
            <a:pPr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через файл ICS</a:t>
            </a:r>
          </a:p>
        </p:txBody>
      </p:sp>
    </p:spTree>
    <p:extLst>
      <p:ext uri="{BB962C8B-B14F-4D97-AF65-F5344CB8AC3E}">
        <p14:creationId xmlns:p14="http://schemas.microsoft.com/office/powerpoint/2010/main" val="9765195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57CECC-19E0-42C8-BBA6-DF8C0056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КОНТРАКТЫ ИНСТРУМЕНТОВ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5384A-806E-4D4F-A51F-2C4E7718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Каждый вызов возвращает проверяемые данные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FD9B5-A5B2-4222-B7AC-6E0A7930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CampusPulse AI  /  Build with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B06DF-1E5C-419D-8502-F4BF5B19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BA8F8-9161-42F8-ABA3-A062F9C9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Время и дедлайны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3F5E9-0AF1-4227-B315-BA8EFF21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71700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Часовой пояс, минуты до срока, просрочка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E5434-56D0-4EAC-AD74-5C750FAE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GitHub Issues и README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95CC4-E44D-4C6E-97B4-9EE1624B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3372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Актуальные данные, ссылки и время запроса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80CB9-1ED2-43E3-897D-9DB5B12E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Поиск по конспектам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548BB-A02E-4412-A980-D8D66C8D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095750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Фрагмент текста с названием файла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53CD7-FF3D-459A-B455-E6E40108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Учебное расписание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5CF016-778B-41B9-B5C5-C3CEFCC8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0577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Блоки времени, остаток работы, допущения</a:t>
            </a:r>
          </a:p>
        </p:txBody>
      </p:sp>
    </p:spTree>
    <p:extLst>
      <p:ext uri="{BB962C8B-B14F-4D97-AF65-F5344CB8AC3E}">
        <p14:creationId xmlns:p14="http://schemas.microsoft.com/office/powerpoint/2010/main" val="3785474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F255B-94EC-407F-B445-C93FCEF6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СРЕДА ВЫПОЛНЕНИЯ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6DF48-6EFA-402C-9A83-F6129300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Локальное демо готово. Облако подготовлено.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0A94A-8179-4CD9-956C-7AA10BF3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CampusPulse AI  /  Build with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D62D3-C183-4945-B027-CD664673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9372B-17BD-4962-B246-3DF36DD6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509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Проверено локально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D7D35-CFF4-482D-80DA-F1317611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5095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Gemini API + MCP</a:t>
            </a:r>
          </a:p>
          <a:p xmlns:a="http://schemas.openxmlformats.org/drawingml/2006/main">
            <a: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Streamlit на localhost</a:t>
            </a:r>
          </a:p>
          <a:p xmlns:a="http://schemas.openxmlformats.org/drawingml/2006/main">
            <a: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План и экспорт ICS</a:t>
            </a:r>
          </a:p>
          <a:p xmlns:a="http://schemas.openxmlformats.org/drawingml/2006/main">
            <a: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Журнал инструментов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F0999-05A0-4270-BFAF-6BC341A2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76475"/>
            <a:ext cx="4981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Подготовлено для GCP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63CBD-08C4-46A0-846C-AFE4F25A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71800"/>
            <a:ext cx="49815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ReasoningEngine.create</a:t>
            </a:r>
          </a:p>
          <a:p xmlns:a="http://schemas.openxmlformats.org/drawingml/2006/main">
            <a: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Пакет агента и зависимости</a:t>
            </a:r>
          </a:p>
          <a:p xmlns:a="http://schemas.openxmlformats.org/drawingml/2006/main">
            <a: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Клиент удалённого API</a:t>
            </a:r>
          </a:p>
          <a:p xmlns:a="http://schemas.openxmlformats.org/drawingml/2006/main">
            <a: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Smoke-тест endpoint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04A51-E406-483C-B426-B3155C28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0C674"/>
                </a:solidFill>
                <a:latin typeface="Arial"/>
                <a:ea typeface="Arial"/>
                <a:cs typeface="Arial"/>
              </a:rPr>
              <a:t>Agent Engine ещё не развёрнут: нужен проект с активным биллингом.</a:t>
            </a:r>
          </a:p>
        </p:txBody>
      </p:sp>
    </p:spTree>
    <p:extLst>
      <p:ext uri="{BB962C8B-B14F-4D97-AF65-F5344CB8AC3E}">
        <p14:creationId xmlns:p14="http://schemas.microsoft.com/office/powerpoint/2010/main" val="8281774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C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D6FCC-36F6-47A5-8941-9D436CE5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ПРОВЕРКИ И ГРАНИЦЫ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CCA89-39B0-4F00-AFA3-8B1A01AC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Результат можно проверить по журналу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4788E-6E92-4508-85EE-EDDF724C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CampusPulse AI  /  Build with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407EE-DA10-4F5E-AC74-91E5D558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21F43-9639-45CD-AF81-52C0203D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95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8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78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78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78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78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78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78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78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78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78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8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FD5F0D-0247-4C04-8269-2CFE4710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автоматических</a:t>
            </a:r>
          </a:p>
          <a:p xmlns:a="http://schemas.openxmlformats.org/drawingml/2006/main">
            <a:pPr>
              <a:defRPr sz="2250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тестов пройдено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51859-B16C-417D-96DA-7798BBAD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669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Live Gemini и MCP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ED032-6752-4927-ABD5-00BA4F51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76550"/>
            <a:ext cx="666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Модель получила время и построила план</a:t>
            </a:r>
          </a:p>
          <a:p xmlns:a="http://schemas.openxmlformats.org/drawingml/2006/main">
            <a: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через реальные вызовы инструментов.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7B9C60-99B5-4125-A2C7-3B3496FB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114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Прозрачные ограничения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A2112-F86D-4839-AB80-356F5AF7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43450"/>
            <a:ext cx="66675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Rate limit показан как ошибка.</a:t>
            </a:r>
          </a:p>
          <a:p xmlns:a="http://schemas.openxmlformats.org/drawingml/2006/main">
            <a: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Неизвестные сроки остаются неизвестными.</a:t>
            </a:r>
          </a:p>
          <a:p xmlns:a="http://schemas.openxmlformats.org/drawingml/2006/main">
            <a: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Данные сохраняются только в сессии.</a:t>
            </a:r>
          </a:p>
        </p:txBody>
      </p:sp>
    </p:spTree>
    <p:extLst>
      <p:ext uri="{BB962C8B-B14F-4D97-AF65-F5344CB8AC3E}">
        <p14:creationId xmlns:p14="http://schemas.microsoft.com/office/powerpoint/2010/main" val="460823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C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6A6BFC-1960-4929-9BCF-5CCC7782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ПЕРЕДАЧА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03154-88C5-4E9E-BD49-9120FAE2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Открыть, показать, завершить облачный запуск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30F6F-5951-4C96-B5AB-F759B3FC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CampusPulse AI  /  Build with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26D59-DF9B-406F-B7FE-AF8D63E0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E22B1-8CC7-4AB1-8EA2-02C73DD2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5286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01  Запустить демо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BE11D-4AF1-4468-B7D7-77C98207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286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START-CampusPulse.cmd</a:t>
            </a:r>
          </a:p>
          <a:p xmlns:a="http://schemas.openxmlformats.org/drawingml/2006/main">
            <a: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localhost:8501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DE935-192C-4882-AC23-331CC1F5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86000"/>
            <a:ext cx="49815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02  Передать исходники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EDF71-C7B8-43BD-A037-5792C3C7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52750"/>
            <a:ext cx="49815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README и конфигурация MCP</a:t>
            </a:r>
          </a:p>
          <a:p xmlns:a="http://schemas.openxmlformats.org/drawingml/2006/main">
            <a: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Скрипт deployment и тесты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2A3BF-BFA0-4F93-8FF3-D0626561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03  Завершить требование Agent Engine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5925C-83FA-4A00-9C82-6A95FF6F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4475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Проект с активным биллингом, развёртывание и удалённый smoke-тест.</a:t>
            </a:r>
          </a:p>
        </p:txBody>
      </p:sp>
    </p:spTree>
    <p:extLst>
      <p:ext uri="{BB962C8B-B14F-4D97-AF65-F5344CB8AC3E}">
        <p14:creationId xmlns:p14="http://schemas.microsoft.com/office/powerpoint/2010/main" val="7373384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2026-10-19T12:19:52.1580000Z</dcterms:created>
  <dcterms:modified xsi:type="dcterms:W3CDTF">2026-10-19T12:19:52.1590000Z</dcterms:modified>
</coreProperties>
</file>